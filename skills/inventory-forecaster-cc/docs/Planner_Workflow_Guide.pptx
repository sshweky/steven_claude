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2A3A8C">
              <a:alpha val="60000"/>
            </a:srgbClr>
          </a:solidFill>
          <a:ln w="12700">
            <a:solidFill>
              <a:srgbClr val="2A3A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2A3A8C">
              <a:alpha val="60000"/>
            </a:srgbClr>
          </a:solidFill>
          <a:ln w="12700">
            <a:solidFill>
              <a:srgbClr val="2A3A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Workflow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Process Guide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371600" y="2880360"/>
            <a:ext cx="64008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Priorities &amp; Process Reference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Pets &amp; People — Inventory Planning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548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743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023360" cy="4069080"/>
          </a:xfrm>
          <a:prstGeom prst="rect">
            <a:avLst/>
          </a:prstGeom>
          <a:solidFill>
            <a:srgbClr val="F0F4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0233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3840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Daily Priorities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Data Integrity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Forecast Alignment Review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0" y="868680"/>
            <a:ext cx="4206240" cy="4069080"/>
          </a:xfrm>
          <a:prstGeom prst="rect">
            <a:avLst/>
          </a:prstGeom>
          <a:solidFill>
            <a:srgbClr val="F0F4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868680"/>
            <a:ext cx="420624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868680"/>
            <a:ext cx="40233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Process Explanations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135331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AI Event Notification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185623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Inventory Request Entry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35915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Switchover Style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286207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AI Training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33649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 Flag Comment Types &amp; Entry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386791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 The Snooze Button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437083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 Auto Project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2A3A8C">
              <a:alpha val="50000"/>
            </a:srgbClr>
          </a:solidFill>
          <a:ln w="12700">
            <a:solidFill>
              <a:srgbClr val="2A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1371600" y="2331720"/>
            <a:ext cx="64008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23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Priorities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first. Then work the forecast queue.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2A3A8C">
              <a:alpha val="55000"/>
            </a:srgbClr>
          </a:solidFill>
          <a:ln w="12700">
            <a:solidFill>
              <a:srgbClr val="2A3A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457200"/>
            <a:ext cx="1463040" cy="14630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4572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371600" y="2880360"/>
            <a:ext cx="64008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 — every day, before anything else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548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743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1a. Duplicate Open POs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38160" y="182880"/>
            <a:ext cx="822960" cy="82296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0" y="182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8321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projections where Cust Open PO Qty is filled AND your AI/manual projection is also non-zero for the same weeks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PO already covers those weeks, the projection must be zeroed out to avoid double-ordering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Double-ordering creates excess inventory and throws off the entire demand signal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3246120"/>
            <a:ext cx="3931920" cy="1554480"/>
          </a:xfrm>
          <a:prstGeom prst="rect">
            <a:avLst/>
          </a:prstGeom>
          <a:solidFill>
            <a:srgbClr val="FFF0F0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291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Double-counted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63931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PO: W14-W18 = 500 units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Projection W14-W18 = 500 units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1,000 units ordered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3246120"/>
            <a:ext cx="3977640" cy="1554480"/>
          </a:xfrm>
          <a:prstGeom prst="rect">
            <a:avLst/>
          </a:prstGeom>
          <a:solidFill>
            <a:srgbClr val="F1F8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32918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PO covers — zero projection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3639312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PO: W14-W18 = 500 units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Projection W14-W18 =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500 units ordered (correct)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548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743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1b. POG Data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38160" y="182880"/>
            <a:ext cx="822960" cy="82296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0" y="182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8321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projection card to the POG Information block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fields: POG Launch Date, POG End Date, Store Count, Init UPSPW, Est ISO Input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Inventory Request exists: enter the Request ID# — the system auto-fills all POG fields instantly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auto-filled data looks correct after linking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971800"/>
          <a:ext cx="8321040" cy="1920240"/>
        </p:xfrm>
        <a:graphic>
          <a:graphicData uri="http://schemas.openxmlformats.org/drawingml/2006/table">
            <a:tbl>
              <a:tblPr/>
              <a:tblGrid>
                <a:gridCol w="1920240"/>
                <a:gridCol w="3840480"/>
                <a:gridCol w="25603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Auto-filled from IR?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POG Launch Date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When the product hits shelf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POG End Date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When planogram ends (defaults to +1 yr)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Store Count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Number of stores carrying item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Init UPSPW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Initial units per store per week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Est ISO Input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Estimated initial stocking order qty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548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743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1c. Switchover Items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38160" y="182880"/>
            <a:ext cx="822960" cy="82296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0" y="182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8321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↔ badge in the table row — this flags a detected switchover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↔ = auto-detected: forecaster sees a variant with activity — close the base style when the variant takes over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↔ = manually linked: verify Switchover_Date is entered on the new (EC/COS) style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styles active simultaneously = double-counting — fix immediately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3246120"/>
            <a:ext cx="8321040" cy="685800"/>
          </a:xfrm>
          <a:prstGeom prst="rect">
            <a:avLst/>
          </a:prstGeom>
          <a:solidFill>
            <a:srgbClr val="FFF0F0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3300984"/>
            <a:ext cx="810158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</a:t>
            </a:r>
            <a:pPr indent="0" marL="0">
              <a:buNone/>
            </a:pPr>
            <a:r>
              <a:rPr lang="en-US" sz="1100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mistake: forgetting to set base style Status @ Cust to Closed after handoff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4069080"/>
            <a:ext cx="2468880" cy="777240"/>
          </a:xfrm>
          <a:prstGeom prst="rect">
            <a:avLst/>
          </a:prstGeom>
          <a:solidFill>
            <a:srgbClr val="E8EC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0690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Style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(Active)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42245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Switchover Date  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4069080"/>
            <a:ext cx="2743200" cy="777240"/>
          </a:xfrm>
          <a:prstGeom prst="rect">
            <a:avLst/>
          </a:prstGeom>
          <a:solidFill>
            <a:srgbClr val="F1F8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40690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EC/COS Style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(Active — base closed)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548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743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1d. Status @ Cust — Must Be Accurate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321040" cy="777240"/>
          </a:xfrm>
          <a:prstGeom prst="rect">
            <a:avLst/>
          </a:prstGeom>
          <a:solidFill>
            <a:srgbClr val="FFF0F0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Active and FD items receive AI projections. Wrong status = wrong or missing forecast.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737360"/>
            <a:ext cx="8321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"All Projections to be Closed" report daily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item confirmed closed, update Status @ Cust to Closed in the viewer (inline click-to-edit)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item with the wrong status either gets a forecast it should not, or gets no forecast at all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566160"/>
          <a:ext cx="832104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40233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Gets AI Projection?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</a:rPr>
                        <a:t>Active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5E20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Normal forecasting applies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5100"/>
                          </a:solidFill>
                        </a:rPr>
                        <a:t>FD (Future Delete)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5100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Wind-down mode — declining forecast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</a:rPr>
                        <a:t>Closed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 forecast generated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New (pre-launch)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 (until launch)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Starts forecasting at launch date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4114800" cy="4114800"/>
          </a:xfrm>
          <a:prstGeom prst="ellipse">
            <a:avLst/>
          </a:prstGeom>
          <a:solidFill>
            <a:srgbClr val="2A3A8C">
              <a:alpha val="55000"/>
            </a:srgbClr>
          </a:solidFill>
          <a:ln w="12700">
            <a:solidFill>
              <a:srgbClr val="2A3A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365760"/>
            <a:ext cx="1463040" cy="14630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36576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371600" y="2834640"/>
            <a:ext cx="64008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Alignment Review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 queue in order — Critical and High every day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548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743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Alignment Review — What &amp; Why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321040" cy="960120"/>
          </a:xfrm>
          <a:prstGeom prst="rect">
            <a:avLst/>
          </a:prstGeom>
          <a:solidFill>
            <a:srgbClr val="CADCFC"/>
          </a:solidFill>
          <a:ln w="12700">
            <a:solidFill>
              <a:srgbClr val="8FA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923544"/>
            <a:ext cx="8101584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viewer flags every projection where your manual projection differs from the AI projection by 7.5% or more. These are items where the model and the planner disagree — and that disagreement must be resolved.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920240"/>
            <a:ext cx="8321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incorrect projection (too high or too low) directly drives over-ordering or under-ordering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 out of alignment hold up the ordering process — Mikey has to stop and validate with you before releasing the PO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get every item to "On-Plan" status — AI and manual projection aligned within 7.5%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3886200"/>
            <a:ext cx="832104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3922776"/>
            <a:ext cx="4160520" cy="822960"/>
          </a:xfrm>
          <a:prstGeom prst="rect">
            <a:avLst/>
          </a:prstGeom>
          <a:solidFill>
            <a:srgbClr val="FFF0F0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922776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Review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(&gt;7.5% variance)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3922776"/>
            <a:ext cx="4160520" cy="822960"/>
          </a:xfrm>
          <a:prstGeom prst="rect">
            <a:avLst/>
          </a:prstGeom>
          <a:solidFill>
            <a:srgbClr val="F1F8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3922776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On-Plan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(&lt;=7.5% variance)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548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743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 Queue in This Order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868680"/>
          <a:ext cx="8321040" cy="3200400"/>
        </p:xfrm>
        <a:graphic>
          <a:graphicData uri="http://schemas.openxmlformats.org/drawingml/2006/table">
            <a:tbl>
              <a:tblPr/>
              <a:tblGrid>
                <a:gridCol w="1463040"/>
                <a:gridCol w="2286000"/>
                <a:gridCol w="45720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every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urgency, largest variance or volume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every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gap, needs daily attention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3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8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weekly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gap, manageable cadence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75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monthly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= move every LOW item to Auto 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42062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priority badges in the header bar to filter to each tier. Within each tier, start with highest-volume items.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2A3A8C">
              <a:alpha val="55000"/>
            </a:srgbClr>
          </a:solidFill>
          <a:ln w="12700">
            <a:solidFill>
              <a:srgbClr val="2A3A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2A3A8C">
              <a:alpha val="55000"/>
            </a:srgbClr>
          </a:solidFill>
          <a:ln w="12700">
            <a:solidFill>
              <a:srgbClr val="2A3A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1371600" y="2331720"/>
            <a:ext cx="64008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23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Explanations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tools work — step by step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548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743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Event Notification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directly with the forecasting model in plain English. Describe what changed — a promotion, an EOL, a volume shift — and the system translates it into an exact 26-week forecast adjustment. The comment saves and replays automatically every overnight run until you mark it Resolved.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2697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find it: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971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pane of each projection card, in the AI Event Notification block.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868680"/>
            <a:ext cx="3063240" cy="3108960"/>
          </a:xfrm>
          <a:prstGeom prst="rect">
            <a:avLst/>
          </a:prstGeom>
          <a:solidFill>
            <a:srgbClr val="EEF2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868680"/>
            <a:ext cx="30632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8686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97880" y="1325880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1325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63640" y="131673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what changed in plain English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97880" y="1984248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19842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640" y="197510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Preview — system shows exactly what it will do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97880" y="2642616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2642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263347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correct, click Apply — updates MAN cells and saves comment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97880" y="3300984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33009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32918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 replaying: click Resolved in the AI Adjustment History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914400"/>
            <a:ext cx="36576" cy="39319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548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743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Event Notification — Supported Formats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868680"/>
          <a:ext cx="8321040" cy="4114800"/>
        </p:xfrm>
        <a:graphic>
          <a:graphicData uri="http://schemas.openxmlformats.org/drawingml/2006/table">
            <a:tbl>
              <a:tblPr/>
              <a:tblGrid>
                <a:gridCol w="2286000"/>
                <a:gridCol w="6035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Want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This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EOL by week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"EOL W18" / "phase out W22" / "wind down W15"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EOL by date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"EOL Aug 14" / "discontinue by 9/15"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Zero a range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"zero W13-W26" / "PO covers W1-W8"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Set a fixed rate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"set 500/wk W1-W13" / "target 300/wk"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% by week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"W14-W22 +30%" / "W14 down 15%"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% by month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"+25% in May" / "cut August 20%"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Ramp from a month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"ramp up starting July" / "ramp down from September 25%"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Multipliers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"double W14" / "triple June" / "halve this account"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Add/remove units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"add 200 units/wk through October"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Whole-period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"+15% across the board" / "cut 20% all weeks"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548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743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Event Notification — What the System Cannot Parse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4023360"/>
          </a:xfrm>
          <a:prstGeom prst="rect">
            <a:avLst/>
          </a:prstGeom>
          <a:solidFill>
            <a:srgbClr val="FFF0F0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4160520" cy="3840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316736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"Increase slightly in summer"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 no number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"Up in Q3"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 use month names, not quarter labels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"PetSmart is doing well"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 no instruction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"Holding off for now"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 no pattern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statement with no number, week ref, or month name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60520" cy="4023360"/>
          </a:xfrm>
          <a:prstGeom prst="rect">
            <a:avLst/>
          </a:prstGeom>
          <a:solidFill>
            <a:srgbClr val="F1F8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868680"/>
            <a:ext cx="416052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86868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Tips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73168" y="1316736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include a number (%, units, or week)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month names not quarter labels (July not Q3)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W1-W26 for week references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Preview first — if it cannot parse it, save as plain comment instead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548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743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Request Entry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321040" cy="658368"/>
          </a:xfrm>
          <a:prstGeom prst="rect">
            <a:avLst/>
          </a:prstGeom>
          <a:solidFill>
            <a:srgbClr val="CADCFC"/>
          </a:solidFill>
          <a:ln w="12700">
            <a:solidFill>
              <a:srgbClr val="8FA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923544"/>
            <a:ext cx="8101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 QB Inventory Request record to the projection, auto-filling all POG data in one step — no manual entry required.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411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916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7818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projection card and find the POG Information block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" y="2194560"/>
            <a:ext cx="45720" cy="155448"/>
          </a:xfrm>
          <a:prstGeom prst="rect">
            <a:avLst/>
          </a:prstGeom>
          <a:solidFill>
            <a:srgbClr val="AABBD8"/>
          </a:solidFill>
          <a:ln w="12700">
            <a:solidFill>
              <a:srgbClr val="AABB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350008"/>
            <a:ext cx="411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5000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350008"/>
            <a:ext cx="7818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Inventory Request ID# in the Inventory Request field and press Tab or Enter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" y="2852928"/>
            <a:ext cx="45720" cy="155448"/>
          </a:xfrm>
          <a:prstGeom prst="rect">
            <a:avLst/>
          </a:prstGeom>
          <a:solidFill>
            <a:srgbClr val="AABBD8"/>
          </a:solidFill>
          <a:ln w="12700">
            <a:solidFill>
              <a:srgbClr val="AABB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008376"/>
            <a:ext cx="411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008376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008376"/>
            <a:ext cx="7818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auto-fills: POG Launch Date, POG End Date (defaults to launch + 1 year if blank), Store Count, Est ISO Input, Init UPSPW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6072" y="3511296"/>
            <a:ext cx="45720" cy="155448"/>
          </a:xfrm>
          <a:prstGeom prst="rect">
            <a:avLst/>
          </a:prstGeom>
          <a:solidFill>
            <a:srgbClr val="AABBD8"/>
          </a:solidFill>
          <a:ln w="12700">
            <a:solidFill>
              <a:srgbClr val="AABB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666744"/>
            <a:ext cx="411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6674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3666744"/>
            <a:ext cx="7818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also shows ISO Pipeline quantity for reference (informational only — not saved to Projections)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76072" y="4169664"/>
            <a:ext cx="45720" cy="155448"/>
          </a:xfrm>
          <a:prstGeom prst="rect">
            <a:avLst/>
          </a:prstGeom>
          <a:solidFill>
            <a:srgbClr val="AABBD8"/>
          </a:solidFill>
          <a:ln w="12700">
            <a:solidFill>
              <a:srgbClr val="AABB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4325112"/>
            <a:ext cx="411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32511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4325112"/>
            <a:ext cx="7818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 populated fields — correct anything that looks wrong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548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743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Switchover Style — How to Enter Correctly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321040" cy="685800"/>
          </a:xfrm>
          <a:prstGeom prst="rect">
            <a:avLst/>
          </a:prstGeom>
          <a:solidFill>
            <a:srgbClr val="CADCFC"/>
          </a:solidFill>
          <a:ln w="12700">
            <a:solidFill>
              <a:srgbClr val="8FA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923544"/>
            <a:ext cx="810158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mstyle transitioning from a base style to a new variant. EC = existing customer variant. COS = close-out style. The forecaster handles the math automatically once set up correctly.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411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916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7818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new (EC/COS) style projection, enter the Switchover_Date — the week the variant takes over shipping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313432"/>
            <a:ext cx="411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1343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313432"/>
            <a:ext cx="7818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forecaster zeros the base style from that date forward and shifts demand to the variant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935224"/>
            <a:ext cx="411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93522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2935224"/>
            <a:ext cx="7818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variant is actively shipping, set the base style Status @ Cust to Closed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657600"/>
            <a:ext cx="8321040" cy="1234440"/>
          </a:xfrm>
          <a:prstGeom prst="rect">
            <a:avLst/>
          </a:prstGeom>
          <a:solidFill>
            <a:srgbClr val="FFF0F0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712464"/>
            <a:ext cx="810158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</a:t>
            </a:r>
            <a:pPr indent="0" marL="0">
              <a:buNone/>
            </a:pPr>
            <a:r>
              <a:rPr lang="en-US" sz="1100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something is wrong: Both base and variant showing non-zero projections for the same weeks / Variant has no Switchover_Date entered / Green badge showing but not actioned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548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743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Training — Teaching the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4160520" cy="777240"/>
          </a:xfrm>
          <a:prstGeom prst="rect">
            <a:avLst/>
          </a:prstGeom>
          <a:solidFill>
            <a:srgbClr val="E8EC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Adjusted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patches this week's forecast. One-time fix.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868680"/>
            <a:ext cx="4160520" cy="777240"/>
          </a:xfrm>
          <a:prstGeom prst="rect">
            <a:avLst/>
          </a:prstGeom>
          <a:solidFill>
            <a:srgbClr val="F1F8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868680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Training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permanent model fix. Applies to every future run.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AI Training: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029968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keeps projecting the wrong pattern even after multiple manual corrections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misunderstands the item (seasonal item treated as flat, demand shown for closed item)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the behavior fixed permanently, not just patched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090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enter: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3832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 Flag Comment block, set Flag dropdown to "AI Training"
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Write a specific explanation: what AI is doing vs what it should do
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Include numbers wherever possible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32120" y="3090672"/>
            <a:ext cx="3246120" cy="1417320"/>
          </a:xfrm>
          <a:prstGeom prst="rect">
            <a:avLst/>
          </a:prstGeom>
          <a:solidFill>
            <a:srgbClr val="F1F8E9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312724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examples: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23560" y="34290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projects 500/wk but max 200/wk"
</a:t>
            </a:r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"Peaks every September — model treats it as flat"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"EOL W18, AI shows demand all 26 weeks"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59028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 receives a daily AI Training report. Once approved, the fix applies to every future overnight run.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548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743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Comment Types &amp; Entry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321040" cy="731520"/>
          </a:xfrm>
          <a:prstGeom prst="rect">
            <a:avLst/>
          </a:prstGeom>
          <a:solidFill>
            <a:srgbClr val="FFF5F5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86968"/>
            <a:ext cx="8092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 Button (</a:t>
            </a:r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Flags the item for inventory manager review. Shared across all users — everyone sees it. Auto-sets when you start typing in the Flag/Mgr block.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91640"/>
          <a:ext cx="8321040" cy="2377440"/>
        </p:xfrm>
        <a:graphic>
          <a:graphicData uri="http://schemas.openxmlformats.org/drawingml/2006/table">
            <a:tbl>
              <a:tblPr/>
              <a:tblGrid>
                <a:gridCol w="2103120"/>
                <a:gridCol w="62179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Needs Action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Default. Open issue requiring follow-up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Investigating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Actively looking into it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 Progress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Action underway — PO submitted, waiting on confirmation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</a:rPr>
                        <a:t>Resolved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Fully addressed. AI Adjusted comments stop replaying overnight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57575"/>
                          </a:solidFill>
                        </a:rPr>
                        <a:t>Dismissed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Aware, not actioning — expected anomaly, not a problem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4206240"/>
            <a:ext cx="8321040" cy="685800"/>
          </a:xfrm>
          <a:prstGeom prst="rect">
            <a:avLst/>
          </a:prstGeom>
          <a:solidFill>
            <a:srgbClr val="F1F8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1208" y="4261104"/>
            <a:ext cx="810158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update to Resolved or Dismissed when done. This keeps the history clean and prevents the AI from re-applying stale adjustments.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548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743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Snooze Button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2423160"/>
          </a:xfrm>
          <a:prstGeom prst="rect">
            <a:avLst/>
          </a:prstGeom>
          <a:solidFill>
            <a:srgbClr val="F0F4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41148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280160"/>
            <a:ext cx="3886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Suppresses the priority badge for exactly 48 hours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shows SNOOZED (grey) and drops out of Critical/High filter queues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48 hours, priority automatically restores — no action needed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4114800" cy="2423160"/>
          </a:xfrm>
          <a:prstGeom prst="rect">
            <a:avLst/>
          </a:prstGeom>
          <a:solidFill>
            <a:srgbClr val="F0F4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868680"/>
            <a:ext cx="41148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8686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18888" y="1280160"/>
            <a:ext cx="3886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submitted an AI Training and want to check results after the next overnight run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a vendor response before actioning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reviewed — want to revisit in 2 days without losing track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3456432"/>
            <a:ext cx="4114800" cy="777240"/>
          </a:xfrm>
          <a:prstGeom prst="rect">
            <a:avLst/>
          </a:prstGeom>
          <a:solidFill>
            <a:srgbClr val="CADCFC"/>
          </a:solidFill>
          <a:ln w="12700">
            <a:solidFill>
              <a:srgbClr val="8FA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3511296"/>
            <a:ext cx="389534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Snoozed filter: Toolbar button to see all currently snoozed items across your queue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3456432"/>
            <a:ext cx="4114800" cy="777240"/>
          </a:xfrm>
          <a:prstGeom prst="rect">
            <a:avLst/>
          </a:prstGeom>
          <a:solidFill>
            <a:srgbClr val="F5F5F5"/>
          </a:solidFill>
          <a:ln w="15240">
            <a:solidFill>
              <a:srgbClr val="9E9E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3511296"/>
            <a:ext cx="3895344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UnSnooze: Click the UnSnooze button on any snoozed record to restore it immediately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60520" y="3246120"/>
            <a:ext cx="640080" cy="640080"/>
          </a:xfrm>
          <a:prstGeom prst="ellipse">
            <a:avLst/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548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743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Project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321040" cy="658368"/>
          </a:xfrm>
          <a:prstGeom prst="rect">
            <a:avLst/>
          </a:prstGeom>
          <a:solidFill>
            <a:srgbClr val="CADCFC"/>
          </a:solidFill>
          <a:ln w="12700">
            <a:solidFill>
              <a:srgbClr val="8FA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923544"/>
            <a:ext cx="8101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 (green), every overnight run automatically copies AI projections into your MAN PRJ cells. Shows as [A] badge in the table row.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64208"/>
            <a:ext cx="4114800" cy="2514600"/>
          </a:xfrm>
          <a:prstGeom prst="rect">
            <a:avLst/>
          </a:prstGeom>
          <a:solidFill>
            <a:srgbClr val="F1F8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64208"/>
            <a:ext cx="4114800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642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Turn 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2084832"/>
            <a:ext cx="3886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 items where AI has been consistently accurate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predictable items where manual has consistently matched AI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where model fully understands seasonality and demand pattern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664208"/>
            <a:ext cx="4114800" cy="2514600"/>
          </a:xfrm>
          <a:prstGeom prst="rect">
            <a:avLst/>
          </a:prstGeom>
          <a:solidFill>
            <a:srgbClr val="FFF0F0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664208"/>
            <a:ext cx="4114800" cy="3657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6642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Keep OFF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2084832"/>
            <a:ext cx="3886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or High items — these need human judgment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with upcoming events, promotions, or new placements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spikes the model might not fully capture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4315968"/>
            <a:ext cx="8503920" cy="658368"/>
          </a:xfrm>
          <a:prstGeom prst="rect">
            <a:avLst/>
          </a:prstGeom>
          <a:solidFill>
            <a:srgbClr val="F1F8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4370832"/>
            <a:ext cx="82844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every LOW item moves to Auto Project so planners spend all their time on Critical and High items where human judgment actually changes outcomes.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3200400" cy="3200400"/>
          </a:xfrm>
          <a:prstGeom prst="ellipse">
            <a:avLst/>
          </a:prstGeom>
          <a:solidFill>
            <a:srgbClr val="2A3A8C">
              <a:alpha val="55000"/>
            </a:srgbClr>
          </a:solidFill>
          <a:ln w="12700">
            <a:solidFill>
              <a:srgbClr val="2A3A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2A3A8C">
              <a:alpha val="55000"/>
            </a:srgbClr>
          </a:solidFill>
          <a:ln w="12700">
            <a:solidFill>
              <a:srgbClr val="2A3A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548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25603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Checklist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41248"/>
            <a:ext cx="4114800" cy="34747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41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274320" cy="274320"/>
          </a:xfrm>
          <a:prstGeom prst="rect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22529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Open POs — zero out duplicates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274320" cy="274320"/>
          </a:xfrm>
          <a:prstGeom prst="rect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8366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POG Data — filled in and linked to Inventory Request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578608"/>
            <a:ext cx="274320" cy="274320"/>
          </a:xfrm>
          <a:prstGeom prst="rect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420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Switchover Items — base style closed, dates correct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236976"/>
            <a:ext cx="274320" cy="274320"/>
          </a:xfrm>
          <a:prstGeom prst="rect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20040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@ Cust — run "All Projections to be Closed" and update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895344"/>
            <a:ext cx="274320" cy="274320"/>
          </a:xfrm>
          <a:prstGeom prst="rect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8587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&amp; High priority queue — review and resolve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841248"/>
            <a:ext cx="4114800" cy="34747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841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/ Monthly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1261872"/>
            <a:ext cx="274320" cy="274320"/>
          </a:xfrm>
          <a:prstGeom prst="rect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22529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 queue — review weekly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920240"/>
            <a:ext cx="274320" cy="274320"/>
          </a:xfrm>
          <a:prstGeom prst="rect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188366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 queue — review monthly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578608"/>
            <a:ext cx="274320" cy="274320"/>
          </a:xfrm>
          <a:prstGeom prst="rect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5420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Low items to Auto Project where model is accurate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07992" y="841248"/>
            <a:ext cx="36576" cy="4023360"/>
          </a:xfrm>
          <a:prstGeom prst="rect">
            <a:avLst/>
          </a:prstGeom>
          <a:solidFill>
            <a:srgbClr val="3A4A8C"/>
          </a:solidFill>
          <a:ln w="12700">
            <a:solidFill>
              <a:srgbClr val="3A4A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F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to this guide whenever you are unsure of a step. Process questions: contact Steven.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Planner Workflow &amp; Process Guide</dc:title>
  <dc:subject>PptxGenJS Presentation</dc:subject>
  <dc:creator>Pets &amp; People</dc:creator>
  <cp:lastModifiedBy>Pets &amp; People</cp:lastModifiedBy>
  <cp:revision>1</cp:revision>
  <dcterms:created xsi:type="dcterms:W3CDTF">2026-05-28T15:06:12Z</dcterms:created>
  <dcterms:modified xsi:type="dcterms:W3CDTF">2026-05-28T15:06:12Z</dcterms:modified>
</cp:coreProperties>
</file>